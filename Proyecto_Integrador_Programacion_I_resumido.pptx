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0" r:id="rId6"/>
    <p:sldId id="262" r:id="rId7"/>
    <p:sldId id="263" r:id="rId8"/>
    <p:sldId id="264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6420"/>
            <a:ext cx="8229600" cy="582613"/>
          </a:xfrm>
        </p:spPr>
        <p:txBody>
          <a:bodyPr/>
          <a:lstStyle/>
          <a:p>
            <a:r>
              <a:t>Proyecto Integrador – Programación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355" y="3728720"/>
            <a:ext cx="8229600" cy="2716530"/>
          </a:xfrm>
        </p:spPr>
        <p:txBody>
          <a:bodyPr/>
          <a:lstStyle/>
          <a:p/>
          <a:p>
            <a:pPr>
              <a:defRPr sz="2000"/>
            </a:pPr>
            <a:r>
              <a:t>💻 Sistema de gestión de países con API y CSV</a:t>
            </a:r>
          </a:p>
          <a:p>
            <a:pPr>
              <a:defRPr sz="2000"/>
            </a:pPr>
            <a:r>
              <a:t>Integrantes: Matías Vargas – Facundo </a:t>
            </a:r>
            <a:r>
              <a:rPr lang="es-AR"/>
              <a:t>Deseff</a:t>
            </a:r>
            <a:endParaRPr lang="es-AR"/>
          </a:p>
          <a:p>
            <a:pPr>
              <a:defRPr sz="2000"/>
            </a:pPr>
            <a:r>
              <a:t>Lenguaje: Python | Año: 2025</a:t>
            </a:r>
          </a:p>
          <a:p>
            <a:pPr>
              <a:defRPr sz="2000"/>
            </a:pPr>
            <a:r>
              <a:t>📊 Datos reales desde API RestCountries</a:t>
            </a:r>
          </a:p>
          <a:p>
            <a:pPr>
              <a:defRPr sz="2000"/>
            </a:pPr>
            <a:r>
              <a:t>🎯 Funciones | Archivos | Modularización | Errores controlados</a:t>
            </a:r>
          </a:p>
        </p:txBody>
      </p:sp>
      <p:pic>
        <p:nvPicPr>
          <p:cNvPr id="5" name="Imagen 4" descr="Python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7545" y="1302385"/>
            <a:ext cx="2708910" cy="2708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680" y="1266825"/>
            <a:ext cx="8229600" cy="2699385"/>
          </a:xfrm>
        </p:spPr>
        <p:txBody>
          <a:bodyPr/>
          <a:lstStyle/>
          <a:p/>
          <a:p>
            <a:pPr>
              <a:defRPr sz="2000"/>
            </a:pPr>
            <a:r>
              <a:t>🧠 Aplicar programación estructurada</a:t>
            </a:r>
          </a:p>
          <a:p>
            <a:pPr>
              <a:defRPr sz="2000"/>
            </a:pPr>
            <a:r>
              <a:t>🌐 Usar API externa (RestCountries)</a:t>
            </a:r>
          </a:p>
          <a:p>
            <a:pPr>
              <a:defRPr sz="2000"/>
            </a:pPr>
            <a:r>
              <a:t>💾 Guardar datos en CSV</a:t>
            </a:r>
          </a:p>
          <a:p>
            <a:pPr>
              <a:defRPr sz="2000"/>
            </a:pPr>
            <a:r>
              <a:t>⚙Crear código modular y reutilizable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67175"/>
            <a:ext cx="5276850" cy="2790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</a:t>
            </a:r>
            <a:r>
              <a:rPr lang="es-AR"/>
              <a:t>proyecto y modularizacion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04925"/>
            <a:ext cx="8229600" cy="3171190"/>
          </a:xfrm>
        </p:spPr>
        <p:txBody>
          <a:bodyPr/>
          <a:lstStyle/>
          <a:p>
            <a:pPr marL="0" indent="0">
              <a:buNone/>
            </a:pPr>
            <a:r>
              <a:rPr sz="2800"/>
              <a:t>main.py → Coordinación general</a:t>
            </a:r>
            <a:endParaRPr sz="2800"/>
          </a:p>
          <a:p>
            <a:pPr marL="0" indent="0">
              <a:buNone/>
              <a:defRPr sz="2000"/>
            </a:pPr>
            <a:endParaRPr sz="2800"/>
          </a:p>
          <a:p>
            <a:pPr>
              <a:defRPr sz="2000"/>
            </a:pPr>
            <a:r>
              <a:t>api.py → Conexión con API</a:t>
            </a:r>
          </a:p>
          <a:p>
            <a:pPr>
              <a:defRPr sz="2000"/>
            </a:pPr>
            <a:r>
              <a:t>archivos.py → Manejo CSV</a:t>
            </a:r>
          </a:p>
          <a:p>
            <a:pPr>
              <a:defRPr sz="2000"/>
            </a:pPr>
            <a:r>
              <a:t>operaciones.py → Filtros y estadísticas</a:t>
            </a:r>
          </a:p>
          <a:p>
            <a:pPr>
              <a:defRPr sz="2000"/>
            </a:pPr>
            <a:r>
              <a:t>menu.py → Interfaz del usuario</a:t>
            </a:r>
          </a:p>
          <a:p>
            <a:pPr>
              <a:defRPr sz="2000"/>
            </a:pPr>
            <a:r>
              <a:t>utilidades.py → Funciones auxiliares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1520" y="3930650"/>
            <a:ext cx="3091815" cy="271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api.py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2705"/>
            <a:ext cx="8229600" cy="1382395"/>
          </a:xfrm>
        </p:spPr>
        <p:txBody>
          <a:bodyPr/>
          <a:lstStyle/>
          <a:p>
            <a:r>
              <a:rPr lang="en-US" altLang="es-ES" sz="2000"/>
              <a:t>cargar_datos_api().</a:t>
            </a:r>
            <a:endParaRPr lang="en-US" altLang="es-ES" sz="2000"/>
          </a:p>
          <a:p>
            <a:r>
              <a:rPr lang="es-AR" altLang="en-US" sz="2000"/>
              <a:t>requests (Gat api: Rest Countries)</a:t>
            </a:r>
            <a:endParaRPr lang="es-AR" altLang="en-US" sz="2000"/>
          </a:p>
          <a:p>
            <a:r>
              <a:rPr lang="es-AR" altLang="en-US" sz="2000"/>
              <a:t>URL, devuelvo un archivo .json</a:t>
            </a:r>
            <a:endParaRPr lang="es-AR" altLang="en-US" sz="2000"/>
          </a:p>
          <a:p>
            <a:pPr marL="0" indent="0">
              <a:buNone/>
            </a:pPr>
            <a:endParaRPr lang="es-AR" altLang="en-US" sz="2000"/>
          </a:p>
        </p:txBody>
      </p:sp>
      <p:pic>
        <p:nvPicPr>
          <p:cNvPr id="4" name="Imagen 3" descr="ap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0495" y="3056255"/>
            <a:ext cx="3620135" cy="3620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Modulos archivo.py y menu.py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015" y="851535"/>
            <a:ext cx="8229600" cy="2254250"/>
          </a:xfrm>
        </p:spPr>
        <p:txBody>
          <a:bodyPr/>
          <a:lstStyle/>
          <a:p/>
          <a:p>
            <a:pPr>
              <a:defRPr sz="2000"/>
            </a:pPr>
            <a:r>
              <a:rPr lang="es-AR"/>
              <a:t>archivo.py :</a:t>
            </a:r>
            <a:endParaRPr lang="es-AR"/>
          </a:p>
          <a:p>
            <a:pPr marL="0" indent="0">
              <a:buNone/>
              <a:defRPr sz="2000"/>
            </a:pPr>
            <a:r>
              <a:rPr lang="es-AR"/>
              <a:t>                       </a:t>
            </a:r>
            <a:r>
              <a:rPr lang="es-AR">
                <a:sym typeface="+mn-ea"/>
              </a:rPr>
              <a:t>- guardar_csv</a:t>
            </a:r>
            <a:endParaRPr lang="es-AR"/>
          </a:p>
          <a:p>
            <a:pPr marL="0" indent="0">
              <a:buNone/>
              <a:defRPr sz="2000"/>
            </a:pPr>
            <a:r>
              <a:rPr lang="es-AR">
                <a:sym typeface="+mn-ea"/>
              </a:rPr>
              <a:t>                       -leer_csv</a:t>
            </a:r>
            <a:endParaRPr lang="es-AR"/>
          </a:p>
          <a:p>
            <a:pPr>
              <a:defRPr sz="2000"/>
            </a:pPr>
            <a:r>
              <a:rPr lang="es-AR"/>
              <a:t>menu.py:</a:t>
            </a:r>
            <a:endParaRPr lang="es-AR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9520" y="3837305"/>
            <a:ext cx="4125595" cy="28289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795" y="2547620"/>
            <a:ext cx="3009900" cy="1313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Modulo operaciones.py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40" y="1500505"/>
            <a:ext cx="8229600" cy="2254250"/>
          </a:xfrm>
        </p:spPr>
        <p:txBody>
          <a:bodyPr/>
          <a:lstStyle/>
          <a:p>
            <a:r>
              <a:rPr lang="es-AR"/>
              <a:t>filtro</a:t>
            </a:r>
            <a:endParaRPr lang="es-AR"/>
          </a:p>
          <a:p>
            <a:r>
              <a:rPr lang="es-AR"/>
              <a:t>ordenamiento : sorted</a:t>
            </a:r>
            <a:endParaRPr lang="es-AR"/>
          </a:p>
          <a:p>
            <a:r>
              <a:rPr lang="es-AR"/>
              <a:t>estadísticas</a:t>
            </a:r>
            <a:endParaRPr lang="es-AR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2590" y="3491230"/>
            <a:ext cx="3119755" cy="3103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Ejecución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575" y="262255"/>
            <a:ext cx="8229600" cy="2707640"/>
          </a:xfrm>
        </p:spPr>
        <p:txBody>
          <a:bodyPr/>
          <a:lstStyle/>
          <a:p>
            <a:pPr marL="0" indent="0">
              <a:buNone/>
            </a:pPr>
          </a:p>
          <a:p>
            <a:pPr>
              <a:defRPr sz="2000"/>
            </a:pPr>
            <a:r>
              <a:t>1️Buscar país</a:t>
            </a:r>
          </a:p>
          <a:p>
            <a:pPr>
              <a:defRPr sz="2000"/>
            </a:pPr>
            <a:r>
              <a:t>2️Filtrar / ordenar / estadísticas</a:t>
            </a:r>
          </a:p>
          <a:p>
            <a:pPr>
              <a:defRPr sz="2000"/>
            </a:pPr>
            <a:r>
              <a:t>3️Guardar resultados</a:t>
            </a:r>
          </a:p>
          <a:p>
            <a:pPr>
              <a:defRPr sz="2000"/>
            </a:pPr>
            <a:r>
              <a:t>🖥️ Menú interactivo por consola</a:t>
            </a:r>
          </a:p>
          <a:p>
            <a:pPr>
              <a:defRPr sz="2000"/>
            </a:pPr>
            <a:r>
              <a:t>📸 </a:t>
            </a:r>
            <a:r>
              <a:rPr lang="es-AR"/>
              <a:t> Agrego captura: Prueba de opcion “2”</a:t>
            </a:r>
            <a:endParaRPr lang="es-AR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" y="3429000"/>
            <a:ext cx="3743325" cy="30861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495" y="3270885"/>
            <a:ext cx="3399155" cy="3463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390" y="309880"/>
            <a:ext cx="8229600" cy="2385060"/>
          </a:xfrm>
        </p:spPr>
        <p:txBody>
          <a:bodyPr/>
          <a:lstStyle/>
          <a:p/>
          <a:p>
            <a:pPr marL="0" indent="0">
              <a:buNone/>
              <a:defRPr sz="2000"/>
            </a:pPr>
            <a:r>
              <a:rPr lang="es-AR"/>
              <a:t>- Aplicar lo aprendido en la materia</a:t>
            </a:r>
            <a:endParaRPr lang="es-AR"/>
          </a:p>
          <a:p>
            <a:pPr marL="0" indent="0">
              <a:buNone/>
              <a:defRPr sz="2000"/>
            </a:pPr>
            <a:r>
              <a:rPr lang="es-AR"/>
              <a:t>- Importancia del codigo organizado y reutilizable + control de errores</a:t>
            </a:r>
            <a:endParaRPr lang="es-AR"/>
          </a:p>
          <a:p>
            <a:pPr marL="0" indent="0">
              <a:buNone/>
              <a:defRPr sz="2000"/>
            </a:pPr>
            <a:r>
              <a:rPr lang="es-AR"/>
              <a:t>- Ampliar el sistema del codigo para hacer mas funciones gracias a la modularización</a:t>
            </a:r>
            <a:endParaRPr lang="es-AR"/>
          </a:p>
          <a:p>
            <a:pPr marL="0" indent="0">
              <a:buNone/>
              <a:defRPr sz="2000"/>
            </a:pPr>
            <a:endParaRPr lang="es-AR"/>
          </a:p>
          <a:p>
            <a:pPr marL="0" indent="0">
              <a:buNone/>
              <a:defRPr sz="2000"/>
            </a:pPr>
            <a:endParaRPr lang="es-AR"/>
          </a:p>
        </p:txBody>
      </p:sp>
      <p:pic>
        <p:nvPicPr>
          <p:cNvPr id="4" name="Imagen 3" descr="175048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6745" y="3972560"/>
            <a:ext cx="2548255" cy="25482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</Words>
  <Application>WPS Presentation</Application>
  <PresentationFormat>On-screen Show (4:3)</PresentationFormat>
  <Paragraphs>61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Proyecto Integrador – Programación I</vt:lpstr>
      <vt:lpstr>Objetivos del Proyecto</vt:lpstr>
      <vt:lpstr>Estructura del Programa</vt:lpstr>
      <vt:lpstr>Módulo api.py</vt:lpstr>
      <vt:lpstr>Manejo de Archivos y Menú</vt:lpstr>
      <vt:lpstr>Operaciones Principales</vt:lpstr>
      <vt:lpstr>Ejemplo de Ejecución</vt:lpstr>
      <vt:lpstr>Conclusiones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facun</cp:lastModifiedBy>
  <cp:revision>3</cp:revision>
  <dcterms:created xsi:type="dcterms:W3CDTF">2013-01-27T09:14:00Z</dcterms:created>
  <dcterms:modified xsi:type="dcterms:W3CDTF">2025-11-07T22:09:15Z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DACF83804B2F4D70BA0387F615D0D769_12</vt:lpwstr>
  </property>
  <property fmtid="{D5CDD505-2E9C-101B-9397-08002B2CF9AE}" pid="3" name="KSOProductBuildVer">
    <vt:lpwstr>3082-12.2.0.23155</vt:lpwstr>
  </property>
</Properties>
</file>